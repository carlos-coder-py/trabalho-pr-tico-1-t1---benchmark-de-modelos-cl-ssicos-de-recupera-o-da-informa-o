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em E-commerce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860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F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de 5 modelos clássicos de Recuperação da Informação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91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B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Prático 1 · Recuperação da Informação / PLN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dados: catálogo de moda e perfumes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do Kaggle · cada produto é um documento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4.566 produtos → 4.156 documentos (410 repetidos removidos)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 feminina, joias, calçados, lingerie, relógios e perfumes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curtos e parecidos: cerca de 13 palavras cada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“women” aparece em 4.155 de 4.156 produtos: não diferencia nada (é o papel do IDF)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678 palavras aparecem em um único produto: ótimas para testar termo raro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5 modelos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no mesmo arquivo (app.py), com a mesma interface: indexar e buscar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68580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65836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Ideia em uma frase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Percorre todos os textos a cada busca, sem índice (baseline)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Booleano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Vetores de verdadeiro/falso por palavra + AND, OR, NOT; sem ranking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TF-IDF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Palavra rara pesa mais; score = cosseno entre busca e documento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TF-IDF melhorado: saturação da repetição (k1) e tamanho do documento (b)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Comprime o TF-IDF em 100 conceitos; encontra sinônimos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1: só o Linear cresce com o corpus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médio por consulta (ms) · 20 consultas iguais para todos os modelos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6858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Booleano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TF-IDF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0,047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0,109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0,285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0,224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0,011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0,234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0,116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0,391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0,440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0,013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0,259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0,122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0,474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4.156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1,835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0,408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0,159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0,783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20040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41× maior → Linear 39× mais lento (busca sequencial, O(N))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Booleano, TF-IDF, BM25 e LSA: no máximo ~3× mais lentos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Indexação: LSA é o mais caro (~100 ms, contra ~30 a 40 ms dos outros)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2: relevância em consultas difíceis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de TF-IDF, BM25 e LSA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68580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017520"/>
                <a:gridCol w="338328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Consulta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TF-IDF e BM25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perfume (sinônimo)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Só produtos que têm a palavra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Também perfumes “EDP” que não têm a palavra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(ambígua)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Joias: “bracelet set”, “set of 4”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Mistura sentidos: prendedores de cabelo e conjuntos de roupa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shrug (rara)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Exatamente os 2 produtos que existem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 2 primeiro, depois itens só parecidos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dress (frequente) e cotton kurta (2 palavras): todos acertam, mas os 5 primeiros mudam de modelo para modelo.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ao vivo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run app.py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63040"/>
            <a:ext cx="8229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cotton kurta → TF-IDF, BM25 e LSA lado a lado, com tempo de cada um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perfume → o LSA acha perfumes “EDP” sem a palavra buscada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kurta AND cotton AND NOT printed → Booleano: sim ou não, sem ranking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Bônus: mexer em k1 e b do BM25 e ver o ranking mudar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modelo usar?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68580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65836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Veredito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Só como referência: tempo cresce com o corpus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Booleano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Filtros exatos; não ordena os resultados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TF-IDF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Ranking simples e rápido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Melhor equilíbrio entre velocidade e precisão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Bom para sinônimos; mais lento e menos preciso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Limitações: corpus pequeno (4.156) e relevância avaliada só olhando o Top-5, sem teste formal com pessoas.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2026-09-29T14:00:09Z</dcterms:created>
  <dcterms:modified xsi:type="dcterms:W3CDTF">2026-09-29T14:00:09Z</dcterms:modified>
</cp:coreProperties>
</file>